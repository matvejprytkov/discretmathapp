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58" r:id="rId4"/>
    <p:sldId id="266" r:id="rId5"/>
    <p:sldId id="265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59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60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1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23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801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0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98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61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2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114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6332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984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170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48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083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582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F9FEE-1634-48F2-8193-8094C298BE9A}" type="datetimeFigureOut">
              <a:rPr lang="ru-RU" smtClean="0"/>
              <a:t>08.02.2023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605F3-3A0B-4784-911E-55C0E638F5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2235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8C5A0-477D-A660-F0E4-0877480AF9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Проблема Континуума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39F251-1C8A-994F-8BA8-4E8BD5A01B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Автор: Прытков Матвей, АИС-20-1</a:t>
            </a:r>
          </a:p>
        </p:txBody>
      </p:sp>
    </p:spTree>
    <p:extLst>
      <p:ext uri="{BB962C8B-B14F-4D97-AF65-F5344CB8AC3E}">
        <p14:creationId xmlns:p14="http://schemas.microsoft.com/office/powerpoint/2010/main" val="327205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855F88A-E703-5DA0-7511-98C52AC1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99753"/>
            <a:ext cx="9905998" cy="2976938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Континуум-гипотеза была высказана Г. Кантором в кон. 1870-х гг.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Многочисл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попытки её доказательства, предпринятые самим Кантором и др. математиками в кон. 19 – нач. 20 вв., оказались безуспешными, что привело ряд учёных (франц. математик Р. Бэр, А. Лебег, Н. Н. Лузин и др.) к убеждению, что Континуум гипотеза не может быть решена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традиц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средствами теории множеств.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44060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96F55-D8FF-35D0-10FF-591A13B75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739805"/>
          </a:xfrm>
        </p:spPr>
        <p:txBody>
          <a:bodyPr/>
          <a:lstStyle/>
          <a:p>
            <a:pPr algn="ctr"/>
            <a:r>
              <a:rPr lang="ru-RU" dirty="0"/>
              <a:t>Зенон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1948735-56A5-B810-883D-B651EA6A3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929" y="654228"/>
            <a:ext cx="6128222" cy="5311566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006A4B-BF81-BAB6-43EF-7C23477DF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Древнегреческий философ, ученик Парменида, представитель Элейской школы. Знаменит своими </a:t>
            </a:r>
            <a:r>
              <a:rPr lang="ru-RU" sz="2000" dirty="0" err="1"/>
              <a:t>апори́ями</a:t>
            </a:r>
            <a:r>
              <a:rPr lang="ru-RU" sz="2000" dirty="0"/>
              <a:t>, которыми он пытался доказать противоречивость концепций движения, пространства и множества</a:t>
            </a:r>
          </a:p>
        </p:txBody>
      </p:sp>
    </p:spTree>
    <p:extLst>
      <p:ext uri="{BB962C8B-B14F-4D97-AF65-F5344CB8AC3E}">
        <p14:creationId xmlns:p14="http://schemas.microsoft.com/office/powerpoint/2010/main" val="23589766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DA8A4-AD72-4931-0E05-41573160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Парадокс </a:t>
            </a:r>
            <a:r>
              <a:rPr lang="ru-RU" dirty="0" err="1"/>
              <a:t>зенона</a:t>
            </a:r>
            <a:r>
              <a:rPr lang="ru-RU" dirty="0"/>
              <a:t> стрела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89A2F5-5F0C-ABB7-6261-58383B3CB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295" y="1597981"/>
            <a:ext cx="9211968" cy="506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1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AD588-9748-981C-7B06-BB2885F3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Решение проблемы.</a:t>
            </a:r>
            <a:endParaRPr lang="ru-RU" sz="6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F963DD-1B9E-9D62-7B44-1BE89AD9B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Однако вопрос о том, существуют ли множества, мощность которых заключена строго между мощностью множества натуральных чисел и мощностью множества всех точек отрезку оставался открытым.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2219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88CA3-5F2B-5C75-A7F5-A89815F7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810826"/>
          </a:xfrm>
        </p:spPr>
        <p:txBody>
          <a:bodyPr/>
          <a:lstStyle/>
          <a:p>
            <a:r>
              <a:rPr lang="ru-RU" dirty="0"/>
              <a:t>Коэн, Пол Джозеф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CD5B8BD-66BA-A456-B23E-21884D269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4519" y="339210"/>
            <a:ext cx="5370776" cy="6194024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F0ECB2E4-D148-3ECE-2F61-2E2EFEB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Американский математик. Профессор Стэнфордского университета, член Национальной академии наук США (1967) и Американского философского общества. Удостоен Национальной научной медали США (1967).</a:t>
            </a:r>
          </a:p>
        </p:txBody>
      </p:sp>
    </p:spTree>
    <p:extLst>
      <p:ext uri="{BB962C8B-B14F-4D97-AF65-F5344CB8AC3E}">
        <p14:creationId xmlns:p14="http://schemas.microsoft.com/office/powerpoint/2010/main" val="306725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07F5F-C201-81F2-04AE-E864D3F4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effectLst/>
                <a:latin typeface="Linux Libertine"/>
              </a:rPr>
              <a:t>Лобачевский, Николай Иванович</a:t>
            </a:r>
            <a:b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EB7F1CD-D15A-D15A-7EE7-B1E238FC9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7783" y="843380"/>
            <a:ext cx="5627512" cy="494782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8136A5A8-1D39-BF3E-C34C-BD11772FE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 Русский математик, один из создателей неевклидовой геометрии, деятель университетского образования и народного просвещения. Известный английский математик Уильям Клиффорд назвал Лобачевского «Коперником геометрии».</a:t>
            </a:r>
          </a:p>
        </p:txBody>
      </p:sp>
    </p:spTree>
    <p:extLst>
      <p:ext uri="{BB962C8B-B14F-4D97-AF65-F5344CB8AC3E}">
        <p14:creationId xmlns:p14="http://schemas.microsoft.com/office/powerpoint/2010/main" val="34929519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38440-D086-49C5-B421-5A6B2E3E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419227"/>
            <a:ext cx="9906000" cy="1261830"/>
          </a:xfrm>
        </p:spPr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FD4055-2AD2-3A1B-0B4B-0D9D14146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2947386"/>
            <a:ext cx="9906000" cy="2851752"/>
          </a:xfrm>
        </p:spPr>
        <p:txBody>
          <a:bodyPr/>
          <a:lstStyle/>
          <a:p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науке часто бывает так: долгое время какая-то проблема остается незыблемой, не поддаваясь настойчивым атакам ученых. И вдруг одновременно ее решение находят совсем не связанные друг с другом люди, причем приходят к нему разными путями. Так произошло и с континуум-гипотезой.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32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E9833A-CCEA-2CB1-BA9F-3B51996D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11808"/>
            <a:ext cx="9905998" cy="147857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227112468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1220</TotalTime>
  <Words>261</Words>
  <Application>Microsoft Office PowerPoint</Application>
  <PresentationFormat>Широкоэкранный</PresentationFormat>
  <Paragraphs>15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Linux Libertine</vt:lpstr>
      <vt:lpstr>Times New Roman</vt:lpstr>
      <vt:lpstr>Tw Cen MT</vt:lpstr>
      <vt:lpstr>Контур</vt:lpstr>
      <vt:lpstr>Проблема Континуума</vt:lpstr>
      <vt:lpstr>Континуум-гипотеза была высказана Г. Кантором в кон. 1870-х гг. Многочисл. попытки её доказательства, предпринятые самим Кантором и др. математиками в кон. 19 – нач. 20 вв., оказались безуспешными, что привело ряд учёных (франц. математик Р. Бэр, А. Лебег, Н. Н. Лузин и др.) к убеждению, что Континуум гипотеза не может быть решена традиц. средствами теории множеств.</vt:lpstr>
      <vt:lpstr>Зенон</vt:lpstr>
      <vt:lpstr>Парадокс зенона стрела</vt:lpstr>
      <vt:lpstr>Решение проблемы.</vt:lpstr>
      <vt:lpstr>Коэн, Пол Джозеф</vt:lpstr>
      <vt:lpstr>Лобачевский, Николай Иванович 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Проблема Континуума</dc:title>
  <dc:creator>Матвей Прытков</dc:creator>
  <cp:lastModifiedBy>Матвей Прытков</cp:lastModifiedBy>
  <cp:revision>4</cp:revision>
  <dcterms:created xsi:type="dcterms:W3CDTF">2023-01-31T19:39:55Z</dcterms:created>
  <dcterms:modified xsi:type="dcterms:W3CDTF">2023-02-08T17:06:35Z</dcterms:modified>
</cp:coreProperties>
</file>